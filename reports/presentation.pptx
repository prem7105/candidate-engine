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931A"/>
                </a:solidFill>
                <a:latin typeface="Calibri"/>
              </a:defRPr>
            </a:pPr>
            <a:r>
              <a:t>Intelligent Candidate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600"/>
                </a:solidFill>
                <a:latin typeface="Calibri"/>
              </a:defRPr>
            </a:pPr>
            <a:r>
              <a:t>&amp; Ranking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Redrob AI Hackathon — The Data &amp; AI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 hybrid semantic + signal-based approach to candidate-JD matching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Given a detailed job description and a pool of 100,000 candidate profiles, rank the top 100 best-fit candidates with explanations.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Candidates have rich structured profiles: career history, skills with proficiency levels, education, behavioral signals from the Redrob platform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The JD is nuanced — it explicitly states what it wants AND what it doesn't want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Simple keyword matching will fail: the dataset contains keyword-stuffer traps (non-technical roles with AI keywords listed as skills)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~80 honeypot candidates with impossible profiles must be detected and excluded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Behavioral signals matter: a perfect-on-paper candidate who's inactive is not actually available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System must run in ≤5 minutes on CPU with 16GB RAM, no API calls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Why Keyword Matching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Marketing Manager with 9 AI keywords in skills list ≠ AI Engineer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The JD says 'embeddings-based retrieval systems' — a candidate who writes 'built a recommendation engine using dense vectors' is a match, but shares zero keywords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Keyword matching can't assess career trajectory: consulting-only vs product company background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It ignores behavioral signals entirely: response rate, recency, notice period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It can't detect honeypots: profiles that look perfect on keywords but have impossible dates/durations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The JD explicitly warns: 'The right answer is not find candidates whose skills section contains the most AI keywords. That's a trap we've built into the dataset.'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Dataset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100,000 candidate profiles in JSONL format (~487MB)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Each profile contains: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Profile: headline, summary, title, company, location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Career history: 1-10 jobs with descriptions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Education: institution, degree, field, tier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Skills: name, proficiency, endorsements, duration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Certifications and languages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23 Redrob behavioral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Key data quality challenges: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Keyword stuffers: non-technical roles with AI keywords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~80 honeypots with impossible profiles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Title-description mismatches (e.g., title says 'Operations' but description is about ML)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Mixed locations (India, USA, Canada, Australia)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Salary ranges in INR LPA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Skill assessments available for some candidates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Two-stage pipeline: pre-computation (offline) + ranking (under 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Stage 0 — Pre-computation (offline, one-time):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Load 100K candidates from JSONL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Build text representation per candidate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Generate 384-dim embeddings (all-MiniLM-L6-v2)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Build FAISS IndexFlatIP for exact search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Save embeddings + index to disk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Stage 1 — Ranking (≤5 min, CPU, no network):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Load precomputed artifacts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Encode JD → query embedding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FAISS retrieval: top 500 by cosine similarity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Honeypot detection and filtering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Multi-signal scoring (7 dimensions)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Weighted combination → final score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    ↳ Top 100, generate reasoning, export 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Scoring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1. Semantic Similarity (25%)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Cosine sim between candidate text and JD embedding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Captures role understanding beyond keywords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2. Skill Relevance (20%)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Must-have vs nice-to-have weighted matching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Trust multiplier: proficiency × duration × endorsements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Career text cross-check (do descriptions match listed skills?)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3. Experience Fit (15%)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Gaussian centered on 5-9 year range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Soft penalty outside, hard penalty below 2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4. Career Trajectory (15%)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Title relevance (AI/ML engineer vs non-technical)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Product company vs consulting-only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Job stability and production experience signals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5. Behavioral Signals (15%)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Response rate, recency, notice period, GitHub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Open-to-work flag, interview completion rate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6. Location (5%) + Education (5%)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India preferred, Pune/Noida bonus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CS/ML field + institution tier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Ranking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Final Score = 0.25×Semantic + 0.20×Skill + 0.15×Experience + 0.15×Career + 0.15×Behavioral + 0.05×Location + 0.05×Education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Anti-gaming measures: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Keyword stuffing detection: skills with beginner proficiency and 0 months duration get a trust penalty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Career text cross-validation: if skills list says 'embeddings' but no job description mentions anything technical, the trust score drops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Title mismatch detection: 'Marketing Manager' listing 10 AI skills → low career trajectory score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Honeypot filtering: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Experience vs career history duration mismatch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Expert proficiency with zero usage months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Impossible career date ranges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2+ flags = excluded from ranking entirely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Explanation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Each candidate gets a specific, profile-aware reasoning — not a template.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Example for a strong match: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"ML Engineer at Flipkart with 6.4 years experience; matching must-have skills: embeddings, faiss, python, ranking; strong product-company background; responsive (rate: 88%); available soon (notice: 30d); based in Bangalore."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Example for a weak match: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"Marketing Manager at Wipro with 8.3 years experience; consulting-heavy background; low recruiter response rate (6%); concern: above preferred experience range; based in Chennai."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Reasoning mentions: title, company, experience, matched skills, career type, response rate, notice period, location, and any concerns.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Output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Submission format: CSV with columns candidate_id, rank, score, reasoning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Exactly 100 rows, ranks 1-100, scores non-increasing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Tie-breaking: candidate_id ascending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Built-in validation matches the official validate_submission.py: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Row count check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Unique candidate_id and rank check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Score monotonicity check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candidate_id format check (CAND_XXXXXXX)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Additional detailed output: per-dimension score breakdown CSV for analysis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Demo UI: Streamlit app with JD display, candidate cards, score bars, and filters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A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Current limitations: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Scoring weights are hand-tuned, not learned from data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Single embedding model — no ensemble or cross-encoder reranking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Skill matching uses string overlap, not semantic skill similarity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Honeypot detection is heuristic-based, may miss subtle cases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No multi-language support (profiles are all English)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Career description analysis uses keyword counts, not NLI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What we'd improve next: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Learn-to-rank model trained on recruiter feedback data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Cross-encoder reranking stage on top-100 shortlist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Skill taxonomy with embeddings (not string matching)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Fine-tune embedding model on JD-resume pairs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Add salary range compatibility scoring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A/B test framework for weight optimization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    ↳ Better honeypot detection using anomaly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